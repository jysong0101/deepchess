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-8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38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46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63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30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40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0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20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55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94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EA0B1-2175-4BEE-86BB-7DA027C2302B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484BE-66EE-4B7A-AE8A-4BE61895E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71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792480" y="589280"/>
            <a:ext cx="10637520" cy="5765800"/>
            <a:chOff x="0" y="248920"/>
            <a:chExt cx="11750040" cy="6410960"/>
          </a:xfrm>
        </p:grpSpPr>
        <p:grpSp>
          <p:nvGrpSpPr>
            <p:cNvPr id="7" name="그룹 6"/>
            <p:cNvGrpSpPr/>
            <p:nvPr/>
          </p:nvGrpSpPr>
          <p:grpSpPr>
            <a:xfrm>
              <a:off x="0" y="248920"/>
              <a:ext cx="11750040" cy="6410960"/>
              <a:chOff x="0" y="91440"/>
              <a:chExt cx="12192000" cy="6568440"/>
            </a:xfrm>
          </p:grpSpPr>
          <p:pic>
            <p:nvPicPr>
              <p:cNvPr id="1032" name="Picture 8" descr="Docker 101 - 마지막 장: Docker Compose는 무슨 역할을 할까요 ?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27376" y="91440"/>
                <a:ext cx="1004096" cy="4822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668013"/>
                <a:ext cx="12192000" cy="5521973"/>
              </a:xfrm>
              <a:prstGeom prst="rect">
                <a:avLst/>
              </a:prstGeom>
            </p:spPr>
          </p:pic>
          <p:sp>
            <p:nvSpPr>
              <p:cNvPr id="6" name="모서리가 둥근 직사각형 5"/>
              <p:cNvSpPr/>
              <p:nvPr/>
            </p:nvSpPr>
            <p:spPr>
              <a:xfrm>
                <a:off x="3693160" y="106680"/>
                <a:ext cx="8498840" cy="655320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4469130" y="5074920"/>
              <a:ext cx="1668780" cy="975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6" name="Picture 22" descr="MySQL 기본 명령어 모음 | ThinkGrou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6258" y="5074920"/>
              <a:ext cx="1894523" cy="11690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그룹 9"/>
          <p:cNvGrpSpPr/>
          <p:nvPr/>
        </p:nvGrpSpPr>
        <p:grpSpPr>
          <a:xfrm>
            <a:off x="8852876" y="4410123"/>
            <a:ext cx="1981200" cy="1821608"/>
            <a:chOff x="5052060" y="755587"/>
            <a:chExt cx="5528310" cy="4769341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2060" y="755587"/>
              <a:ext cx="5487706" cy="4769341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5570220" y="2202180"/>
              <a:ext cx="4480560" cy="487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0332720" y="755587"/>
              <a:ext cx="247650" cy="3112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82330" y="2123690"/>
              <a:ext cx="2027161" cy="644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StockFish</a:t>
              </a:r>
              <a:endParaRPr lang="ko-KR" altLang="en-US" sz="1000" dirty="0"/>
            </a:p>
          </p:txBody>
        </p:sp>
      </p:grpSp>
      <p:sp>
        <p:nvSpPr>
          <p:cNvPr id="3" name="모서리가 둥근 직사각형 2"/>
          <p:cNvSpPr/>
          <p:nvPr/>
        </p:nvSpPr>
        <p:spPr>
          <a:xfrm>
            <a:off x="8580921" y="1194238"/>
            <a:ext cx="2797841" cy="260525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/>
          <p:cNvGrpSpPr/>
          <p:nvPr/>
        </p:nvGrpSpPr>
        <p:grpSpPr>
          <a:xfrm>
            <a:off x="8410010" y="1072371"/>
            <a:ext cx="2968752" cy="2658222"/>
            <a:chOff x="8728398" y="1126559"/>
            <a:chExt cx="2968752" cy="2658222"/>
          </a:xfrm>
        </p:grpSpPr>
        <p:grpSp>
          <p:nvGrpSpPr>
            <p:cNvPr id="25" name="그룹 24"/>
            <p:cNvGrpSpPr/>
            <p:nvPr/>
          </p:nvGrpSpPr>
          <p:grpSpPr>
            <a:xfrm>
              <a:off x="8728398" y="1126559"/>
              <a:ext cx="2968752" cy="2658222"/>
              <a:chOff x="8330634" y="1726584"/>
              <a:chExt cx="2968752" cy="2658222"/>
            </a:xfrm>
          </p:grpSpPr>
          <p:grpSp>
            <p:nvGrpSpPr>
              <p:cNvPr id="27" name="그룹 26"/>
              <p:cNvGrpSpPr/>
              <p:nvPr/>
            </p:nvGrpSpPr>
            <p:grpSpPr>
              <a:xfrm>
                <a:off x="8330634" y="2086240"/>
                <a:ext cx="2968752" cy="2298566"/>
                <a:chOff x="8386514" y="1872958"/>
                <a:chExt cx="2968752" cy="2298566"/>
              </a:xfrm>
            </p:grpSpPr>
            <p:sp>
              <p:nvSpPr>
                <p:cNvPr id="29" name="TextBox 28"/>
                <p:cNvSpPr txBox="1"/>
                <p:nvPr/>
              </p:nvSpPr>
              <p:spPr>
                <a:xfrm>
                  <a:off x="8556171" y="2348082"/>
                  <a:ext cx="26950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 err="1" smtClean="0"/>
                    <a:t>Stockfish</a:t>
                  </a:r>
                  <a:r>
                    <a:rPr lang="en-US" altLang="ko-KR" dirty="0" smtClean="0"/>
                    <a:t> </a:t>
                  </a:r>
                  <a:r>
                    <a:rPr lang="en-US" altLang="ko-KR" dirty="0" smtClean="0"/>
                    <a:t>Control</a:t>
                  </a:r>
                  <a:r>
                    <a:rPr lang="en-US" altLang="ko-KR" dirty="0" smtClean="0"/>
                    <a:t> </a:t>
                  </a:r>
                  <a:r>
                    <a:rPr lang="en-US" altLang="ko-KR" dirty="0" smtClean="0"/>
                    <a:t>Server</a:t>
                  </a:r>
                  <a:endParaRPr lang="ko-KR" altLang="en-US" dirty="0"/>
                </a:p>
              </p:txBody>
            </p:sp>
            <p:sp>
              <p:nvSpPr>
                <p:cNvPr id="30" name="모서리가 둥근 직사각형 29"/>
                <p:cNvSpPr/>
                <p:nvPr/>
              </p:nvSpPr>
              <p:spPr>
                <a:xfrm>
                  <a:off x="8386514" y="1872958"/>
                  <a:ext cx="2968752" cy="2298566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1" name="Picture 40" descr="docker&quot; Icon - Download for free – Iconduck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2675" y="1923173"/>
                  <a:ext cx="496697" cy="4249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8" name="TextBox 27"/>
              <p:cNvSpPr txBox="1"/>
              <p:nvPr/>
            </p:nvSpPr>
            <p:spPr>
              <a:xfrm>
                <a:off x="9216929" y="1726584"/>
                <a:ext cx="11961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Container</a:t>
                </a:r>
                <a:endParaRPr lang="ko-KR" altLang="en-US" dirty="0"/>
              </a:p>
            </p:txBody>
          </p:sp>
        </p:grpSp>
        <p:pic>
          <p:nvPicPr>
            <p:cNvPr id="26" name="Picture 2" descr="Python icon - Free download on Iconfinder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1177" y="2349077"/>
              <a:ext cx="1003191" cy="1003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왼쪽/오른쪽 화살표 31"/>
          <p:cNvSpPr/>
          <p:nvPr/>
        </p:nvSpPr>
        <p:spPr>
          <a:xfrm rot="5400000">
            <a:off x="9553449" y="4075926"/>
            <a:ext cx="565500" cy="8128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876839" y="4012429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smtClean="0"/>
              <a:t>UCI</a:t>
            </a:r>
            <a:endParaRPr lang="ko-KR" altLang="en-US" sz="700" dirty="0"/>
          </a:p>
        </p:txBody>
      </p:sp>
      <p:sp>
        <p:nvSpPr>
          <p:cNvPr id="8" name="직사각형 7"/>
          <p:cNvSpPr/>
          <p:nvPr/>
        </p:nvSpPr>
        <p:spPr>
          <a:xfrm>
            <a:off x="7037070" y="2415540"/>
            <a:ext cx="1331673" cy="4248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왼쪽/오른쪽 화살표 33"/>
          <p:cNvSpPr/>
          <p:nvPr/>
        </p:nvSpPr>
        <p:spPr>
          <a:xfrm>
            <a:off x="7081839" y="2546667"/>
            <a:ext cx="1163954" cy="8128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384733" y="2620574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gRPC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26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5052060" y="755587"/>
            <a:ext cx="5528310" cy="4769341"/>
            <a:chOff x="5052060" y="755587"/>
            <a:chExt cx="5528310" cy="47693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2060" y="755587"/>
              <a:ext cx="5487705" cy="4769341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570220" y="2202180"/>
              <a:ext cx="4480560" cy="487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10332720" y="755587"/>
              <a:ext cx="247650" cy="3112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060967" y="2228195"/>
              <a:ext cx="14698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 smtClean="0"/>
                <a:t>StockFish</a:t>
              </a:r>
              <a:endParaRPr lang="ko-KR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2351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송주엽</dc:creator>
  <cp:lastModifiedBy>송주엽</cp:lastModifiedBy>
  <cp:revision>4</cp:revision>
  <dcterms:created xsi:type="dcterms:W3CDTF">2025-03-04T06:29:47Z</dcterms:created>
  <dcterms:modified xsi:type="dcterms:W3CDTF">2025-03-05T04:47:16Z</dcterms:modified>
</cp:coreProperties>
</file>